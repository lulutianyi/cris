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0117A-645F-2158-C363-E0929C19A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CBCCA8-319A-D6E7-8F1B-1A7F1CB8E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2B1AC-51F9-1CB0-3A26-D62CAD58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213B1F-D428-6C88-0112-2BECEF46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C600D-FE91-4FE5-5C5C-BBD22CB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9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6F54F-57D7-DFFD-EE5E-00958DD6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FF30B9-5E6A-88D3-0F68-F3A8D134B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3CF1A-77BA-D125-4671-C9D8081B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1F6013-872B-312D-2D7E-2184AAD2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5E256-7FA3-4085-5E12-815D5FF1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97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C68CE-6127-2F24-56B4-3000D346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420E3F-021A-DADD-D49D-AF743790B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9F7E8F-2927-B34E-2E00-A5808487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D7CF4-0BA8-76AC-13F3-D93B0108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450E67-33D1-CB6B-CC7D-70B324B3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76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BAA2F-18AE-6246-AEEF-741D6355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38C4D2-D991-B33B-BBC7-DADC00319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B6FFF6-4F82-BF5D-C7DB-6C50AD374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25437D-7FB4-857F-107C-AFC3F4CF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C760FA-13F5-5872-7DB5-2F8BBA80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6CCA13-D451-F4D8-A475-492B2088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97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081B7-CDFC-F84F-1C19-27B1785F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F63D66-F240-F697-7C46-DB1BA1330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A211E6-FE26-7A35-6C11-E25AB5AB4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228DA-F1C5-3159-27C4-786866B39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9E3F2D-D1A5-E4EB-B78D-D0BBA83ED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32B24F-C643-0163-2D64-DAC6E9D9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8783DF-902A-5D19-F722-99DF8519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957545-D13E-2218-DF57-1C4C5362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6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4C9E5-EF1E-56B6-6EA9-EB2C9BE2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2F03BF-24C6-DD43-6EF4-D4C958BE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466983-C596-CD04-2488-9E9187F0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92F13-63E0-450B-8C24-076A0671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79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D78DD8-4981-BF29-420C-5F3D3AF1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CAB323-EEAC-0EA3-28E8-52EA4A84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5F9E4-C543-0A3F-D6CA-76B6C28A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90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3CCBB-EFA9-EF92-8CCB-8275CECB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C114B-F8BE-87DC-DDC3-249520082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C2ED5B-34FB-8AD3-7688-FFEC3A7AF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3BBB90-4C5A-EC44-EC1B-DAA1D33A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60C64-0B33-6EB5-6A6C-A7E5E6D9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F82350-94C8-9602-348C-3CCB1EF1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31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8B08D-642A-CD7E-B779-367AC53F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CEF20F-0D73-EE3C-09FC-CCCAE2919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E56545-97CD-2D79-CC65-CD432597B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707EBB-8865-2CE9-5CC5-7A13F722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EB34A-827F-F663-0841-4116657B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09118-ED33-0D65-B0BB-68657F66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3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3BFB3-6DAB-BAEC-C78E-B2E36C04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5FE767-8C13-A907-6910-F49304852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47AE96-92C2-30C1-E668-71D2EC70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DECAF-CD8E-5DAC-D3B3-0FC32FBA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BDB7C2-ADF0-8F2B-98B4-92FA11A9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06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588FEE-C546-6A7F-94AA-4ACCB78F3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416CCD-B908-7F6C-C6BB-DE5D03768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15261-B60F-BFE3-1590-3909134E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30231-B686-B252-EDA3-BA2F29C1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B94D55-433E-B06D-7E47-68A125DA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21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5C97C0-ABE0-6565-3830-832BC818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46C6DC-788E-2E3A-E474-45EE82EEF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D4D16-CBB4-7D86-FAD3-61A78D748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50821-6FC3-4106-8274-29BC057C2E0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1BF4A2-6B6E-3771-5B67-6F1356B7A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63E5D-11EE-96B1-751D-6F9F33FCF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D1D7B-3F37-404A-B19C-3847CFBF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43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ABAA-6CAF-4D69-0B84-5F7CC31F6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409F2D-B0E7-2A8B-2670-80FBBD1C6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32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D984E-6292-F20B-0A00-28D4A48F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Depthwise</a:t>
            </a:r>
            <a:r>
              <a:rPr lang="en-US" altLang="zh-CN" dirty="0"/>
              <a:t> separable convolution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E5288-CE8B-362D-7F00-BD0E3A60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将传统的卷积方式拆分为深度卷积</a:t>
            </a:r>
            <a:r>
              <a:rPr lang="en-US" altLang="zh-CN" sz="2000" dirty="0"/>
              <a:t>+</a:t>
            </a:r>
            <a:r>
              <a:rPr lang="zh-CN" altLang="en-US" sz="2000" dirty="0"/>
              <a:t>逐点卷积两步</a:t>
            </a:r>
            <a:endParaRPr lang="en-US" altLang="zh-CN" sz="2000" dirty="0"/>
          </a:p>
          <a:p>
            <a:r>
              <a:rPr lang="zh-CN" altLang="en-US" sz="2000" dirty="0"/>
              <a:t>假设输入特征图尺寸为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F</a:t>
            </a:r>
            <a:r>
              <a:rPr lang="en-US" altLang="zh-CN" sz="2000" dirty="0"/>
              <a:t>*D</a:t>
            </a:r>
            <a:r>
              <a:rPr lang="en-US" altLang="zh-CN" sz="2000" baseline="-25000" dirty="0"/>
              <a:t>F</a:t>
            </a:r>
            <a:r>
              <a:rPr lang="en-US" altLang="zh-CN" sz="2000" dirty="0"/>
              <a:t>*M</a:t>
            </a:r>
          </a:p>
          <a:p>
            <a:r>
              <a:rPr lang="zh-CN" altLang="en-US" sz="2000" dirty="0"/>
              <a:t>输出特征图尺寸为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F</a:t>
            </a:r>
            <a:r>
              <a:rPr lang="en-US" altLang="zh-CN" sz="2000" dirty="0"/>
              <a:t>*D</a:t>
            </a:r>
            <a:r>
              <a:rPr lang="en-US" altLang="zh-CN" sz="2000" baseline="-25000" dirty="0"/>
              <a:t>F</a:t>
            </a:r>
            <a:r>
              <a:rPr lang="en-US" altLang="zh-CN" sz="2000" dirty="0"/>
              <a:t>*N</a:t>
            </a:r>
          </a:p>
          <a:p>
            <a:r>
              <a:rPr lang="zh-CN" altLang="en-US" sz="2000" dirty="0"/>
              <a:t>卷积核尺寸为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K</a:t>
            </a:r>
            <a:r>
              <a:rPr lang="en-US" altLang="zh-CN" sz="2000" dirty="0"/>
              <a:t>*D</a:t>
            </a:r>
            <a:r>
              <a:rPr lang="en-US" altLang="zh-CN" sz="2000" baseline="-25000" dirty="0"/>
              <a:t>K</a:t>
            </a:r>
          </a:p>
          <a:p>
            <a:r>
              <a:rPr lang="zh-CN" altLang="en-US" sz="2000" dirty="0"/>
              <a:t>深度卷积：每一个输入通道只被卷积核处理，用以进行空间特征提取，计算量为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K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*M*D</a:t>
            </a:r>
            <a:r>
              <a:rPr lang="en-US" altLang="zh-CN" sz="2000" baseline="-25000" dirty="0"/>
              <a:t>F</a:t>
            </a:r>
            <a:r>
              <a:rPr lang="en-US" altLang="zh-CN" sz="2000" baseline="30000" dirty="0"/>
              <a:t>2</a:t>
            </a:r>
          </a:p>
          <a:p>
            <a:r>
              <a:rPr lang="zh-CN" altLang="en-US" sz="2000" dirty="0"/>
              <a:t>逐点卷积：使用</a:t>
            </a:r>
            <a:r>
              <a:rPr lang="en-US" altLang="zh-CN" sz="2000" dirty="0"/>
              <a:t>1*1</a:t>
            </a:r>
            <a:r>
              <a:rPr lang="zh-CN" altLang="en-US" sz="2000" dirty="0"/>
              <a:t>的卷积核将上面</a:t>
            </a:r>
            <a:r>
              <a:rPr lang="en-US" altLang="zh-CN" sz="2000" dirty="0"/>
              <a:t>M</a:t>
            </a:r>
            <a:r>
              <a:rPr lang="zh-CN" altLang="en-US" sz="2000" dirty="0"/>
              <a:t>个通道映射到</a:t>
            </a:r>
            <a:r>
              <a:rPr lang="en-US" altLang="zh-CN" sz="2000" dirty="0"/>
              <a:t>N</a:t>
            </a:r>
            <a:r>
              <a:rPr lang="zh-CN" altLang="en-US" sz="2000" dirty="0"/>
              <a:t>个输出通道，计算量为</a:t>
            </a:r>
            <a:r>
              <a:rPr lang="en-US" altLang="zh-CN" sz="2000" dirty="0"/>
              <a:t>M*N*D</a:t>
            </a:r>
            <a:r>
              <a:rPr lang="en-US" altLang="zh-CN" sz="2000" baseline="-25000" dirty="0"/>
              <a:t>F</a:t>
            </a:r>
            <a:r>
              <a:rPr lang="en-US" altLang="zh-CN" sz="2000" baseline="30000" dirty="0"/>
              <a:t>2</a:t>
            </a:r>
          </a:p>
          <a:p>
            <a:r>
              <a:rPr lang="zh-CN" altLang="en-US" sz="2000" dirty="0"/>
              <a:t>标准卷积计算量为</a:t>
            </a:r>
            <a:r>
              <a:rPr lang="en-US" altLang="zh-CN" sz="2000" dirty="0"/>
              <a:t>D</a:t>
            </a:r>
            <a:r>
              <a:rPr lang="en-US" altLang="zh-CN" sz="2000" baseline="-25000" dirty="0"/>
              <a:t>K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*M*N*D</a:t>
            </a:r>
            <a:r>
              <a:rPr lang="en-US" altLang="zh-CN" sz="2000" baseline="-25000" dirty="0"/>
              <a:t>F</a:t>
            </a:r>
            <a:r>
              <a:rPr lang="en-US" altLang="zh-CN" sz="2000" baseline="30000" dirty="0"/>
              <a:t>2 </a:t>
            </a:r>
            <a:r>
              <a:rPr lang="zh-CN" altLang="en-US" sz="2000" dirty="0"/>
              <a:t>，压缩比为</a:t>
            </a:r>
            <a:r>
              <a:rPr lang="en-US" altLang="zh-CN" sz="2000" dirty="0"/>
              <a:t>1/N+1/D</a:t>
            </a:r>
            <a:r>
              <a:rPr lang="en-US" altLang="zh-CN" sz="2000" baseline="-25000" dirty="0"/>
              <a:t>K</a:t>
            </a:r>
            <a:r>
              <a:rPr lang="en-US" altLang="zh-CN" sz="2000" baseline="30000" dirty="0"/>
              <a:t>2</a:t>
            </a:r>
            <a:r>
              <a:rPr lang="zh-CN" altLang="en-US" sz="2000" dirty="0"/>
              <a:t>，一般</a:t>
            </a:r>
            <a:r>
              <a:rPr lang="en-US" altLang="zh-CN" sz="2000" dirty="0"/>
              <a:t>1/N</a:t>
            </a:r>
            <a:r>
              <a:rPr lang="zh-CN" altLang="en-US" sz="2000" dirty="0"/>
              <a:t>可以忽略不计，所以常见</a:t>
            </a:r>
            <a:r>
              <a:rPr lang="en-US" altLang="zh-CN" sz="2000" dirty="0"/>
              <a:t>3*3</a:t>
            </a:r>
            <a:r>
              <a:rPr lang="zh-CN" altLang="en-US" sz="2000" dirty="0"/>
              <a:t>卷积核，通常可以实现</a:t>
            </a:r>
            <a:r>
              <a:rPr lang="en-US" altLang="zh-CN" sz="2000" dirty="0"/>
              <a:t>1/9</a:t>
            </a:r>
            <a:r>
              <a:rPr lang="zh-CN" altLang="en-US" sz="2000" dirty="0"/>
              <a:t>的压缩比。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3314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F46CD-6B3C-8F6E-4145-FA3C367B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宽度与分辨率因子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C4313-25C4-669A-4DE9-2F68CC2A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宽度系数（</a:t>
            </a:r>
            <a:r>
              <a:rPr lang="en-US" altLang="zh-CN" b="1" dirty="0"/>
              <a:t>α</a:t>
            </a:r>
            <a:r>
              <a:rPr lang="zh-CN" altLang="en-US" b="1" dirty="0"/>
              <a:t>）</a:t>
            </a:r>
            <a:r>
              <a:rPr lang="zh-CN" altLang="en-US" dirty="0"/>
              <a:t>：宽度系数是一个介于 </a:t>
            </a:r>
            <a:r>
              <a:rPr lang="en-US" altLang="zh-CN" dirty="0"/>
              <a:t>0 </a:t>
            </a:r>
            <a:r>
              <a:rPr lang="zh-CN" altLang="en-US" dirty="0"/>
              <a:t>和 </a:t>
            </a:r>
            <a:r>
              <a:rPr lang="en-US" altLang="zh-CN" dirty="0"/>
              <a:t>1 </a:t>
            </a:r>
            <a:r>
              <a:rPr lang="zh-CN" altLang="en-US" dirty="0"/>
              <a:t>之间的比例因子。通过降低每个卷积层的通道数（</a:t>
            </a:r>
            <a:r>
              <a:rPr lang="en-US" altLang="zh-CN" dirty="0"/>
              <a:t>M</a:t>
            </a:r>
            <a:r>
              <a:rPr lang="zh-CN" altLang="en-US" dirty="0"/>
              <a:t>），可以减少模型中的参数数量和计算量，从而使模型更轻量化。</a:t>
            </a:r>
          </a:p>
          <a:p>
            <a:r>
              <a:rPr lang="zh-CN" altLang="en-US" b="1" dirty="0"/>
              <a:t>分辨率系数（</a:t>
            </a:r>
            <a:r>
              <a:rPr lang="en-US" altLang="zh-CN" b="1" dirty="0"/>
              <a:t>ρ</a:t>
            </a:r>
            <a:r>
              <a:rPr lang="zh-CN" altLang="en-US" b="1" dirty="0"/>
              <a:t>）</a:t>
            </a:r>
            <a:r>
              <a:rPr lang="zh-CN" altLang="en-US" dirty="0"/>
              <a:t>：分辨率系数是一个介于 </a:t>
            </a:r>
            <a:r>
              <a:rPr lang="en-US" altLang="zh-CN" dirty="0"/>
              <a:t>0 </a:t>
            </a:r>
            <a:r>
              <a:rPr lang="zh-CN" altLang="en-US" dirty="0"/>
              <a:t>和 </a:t>
            </a:r>
            <a:r>
              <a:rPr lang="en-US" altLang="zh-CN" dirty="0"/>
              <a:t>1 </a:t>
            </a:r>
            <a:r>
              <a:rPr lang="zh-CN" altLang="en-US" dirty="0"/>
              <a:t>之间的比例因子。通过降低输入图像的分辨率（</a:t>
            </a:r>
            <a:r>
              <a:rPr lang="en-US" altLang="zh-CN" dirty="0"/>
              <a:t>D</a:t>
            </a:r>
            <a:r>
              <a:rPr lang="en-US" altLang="zh-CN" baseline="-25000" dirty="0"/>
              <a:t>F</a:t>
            </a:r>
            <a:r>
              <a:rPr lang="zh-CN" altLang="en-US" dirty="0"/>
              <a:t>），可以减少卷积操作的计算量和内存消耗。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462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99E66-9267-A965-9477-C1690322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061B69-2D85-2BE2-701B-44C0F14AB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157412"/>
            <a:ext cx="4572000" cy="25431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30B6EB-1E79-C33F-CFC1-9147548C91CC}"/>
              </a:ext>
            </a:extLst>
          </p:cNvPr>
          <p:cNvSpPr txBox="1"/>
          <p:nvPr/>
        </p:nvSpPr>
        <p:spPr>
          <a:xfrm>
            <a:off x="889175" y="1608083"/>
            <a:ext cx="47931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</a:t>
            </a:r>
            <a:r>
              <a:rPr lang="en-US" altLang="zh-CN" dirty="0"/>
              <a:t>batch normalization</a:t>
            </a:r>
            <a:r>
              <a:rPr lang="zh-CN" altLang="en-US" dirty="0"/>
              <a:t>与</a:t>
            </a:r>
            <a:r>
              <a:rPr lang="en-US" altLang="zh-CN" dirty="0" err="1"/>
              <a:t>ReLU</a:t>
            </a:r>
            <a:r>
              <a:rPr lang="zh-CN" altLang="en-US" dirty="0"/>
              <a:t>激活函数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BN </a:t>
            </a:r>
            <a:r>
              <a:rPr lang="zh-CN" altLang="en-US" dirty="0"/>
              <a:t>将每一批次（</a:t>
            </a:r>
            <a:r>
              <a:rPr lang="en-US" altLang="zh-CN" dirty="0"/>
              <a:t>Batch</a:t>
            </a:r>
            <a:r>
              <a:rPr lang="zh-CN" altLang="en-US" dirty="0"/>
              <a:t>）的数据强行拉回到均值为 </a:t>
            </a:r>
            <a:r>
              <a:rPr lang="en-US" altLang="zh-CN" dirty="0"/>
              <a:t>0</a:t>
            </a:r>
            <a:r>
              <a:rPr lang="zh-CN" altLang="en-US" dirty="0"/>
              <a:t>、方差为 </a:t>
            </a:r>
            <a:r>
              <a:rPr lang="en-US" altLang="zh-CN" dirty="0"/>
              <a:t>1 </a:t>
            </a:r>
            <a:r>
              <a:rPr lang="zh-CN" altLang="en-US" dirty="0"/>
              <a:t>的标准正态分布附近，避免了梯度消失或爆炸。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原始论文中，</a:t>
            </a:r>
            <a:r>
              <a:rPr lang="en-US" altLang="zh-CN" dirty="0" err="1"/>
              <a:t>mobilenet</a:t>
            </a:r>
            <a:r>
              <a:rPr lang="zh-CN" altLang="en-US" dirty="0"/>
              <a:t>使用</a:t>
            </a:r>
            <a:r>
              <a:rPr lang="en-US" altLang="zh-CN" dirty="0"/>
              <a:t>ReLU6</a:t>
            </a:r>
            <a:r>
              <a:rPr lang="zh-CN" altLang="en-US" dirty="0"/>
              <a:t>，表达式为</a:t>
            </a:r>
            <a:endParaRPr lang="en-US" altLang="zh-CN" dirty="0"/>
          </a:p>
          <a:p>
            <a:r>
              <a:rPr lang="en-US" altLang="zh-CN" dirty="0"/>
              <a:t>y=min</a:t>
            </a:r>
            <a:r>
              <a:rPr lang="zh-CN" altLang="en-US" dirty="0"/>
              <a:t>（</a:t>
            </a:r>
            <a:r>
              <a:rPr lang="en-US" altLang="zh-CN" dirty="0"/>
              <a:t>max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），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每一层 </a:t>
            </a:r>
            <a:r>
              <a:rPr lang="en-US" altLang="zh-CN" dirty="0"/>
              <a:t>DW </a:t>
            </a:r>
            <a:r>
              <a:rPr lang="zh-CN" altLang="en-US" dirty="0"/>
              <a:t>卷积和 </a:t>
            </a:r>
            <a:r>
              <a:rPr lang="en-US" altLang="zh-CN" dirty="0"/>
              <a:t>PW </a:t>
            </a:r>
            <a:r>
              <a:rPr lang="zh-CN" altLang="en-US" dirty="0"/>
              <a:t>卷积后面都跟一套 </a:t>
            </a:r>
            <a:r>
              <a:rPr lang="en-US" altLang="zh-CN" dirty="0" err="1"/>
              <a:t>BN+ReLU</a:t>
            </a:r>
            <a:r>
              <a:rPr lang="zh-CN" altLang="en-US" dirty="0"/>
              <a:t>。这意味着相比于同样计算量的传统卷积，</a:t>
            </a:r>
            <a:r>
              <a:rPr lang="en-US" altLang="zh-CN" dirty="0" err="1"/>
              <a:t>MobileNet</a:t>
            </a:r>
            <a:r>
              <a:rPr lang="en-US" altLang="zh-CN" dirty="0"/>
              <a:t> </a:t>
            </a:r>
            <a:r>
              <a:rPr lang="zh-CN" altLang="en-US" dirty="0"/>
              <a:t>拥有更多的非线性激活层，这在一定程度上弥补了因为参数量减少带来的表达能力损失。</a:t>
            </a:r>
          </a:p>
        </p:txBody>
      </p:sp>
    </p:spTree>
    <p:extLst>
      <p:ext uri="{BB962C8B-B14F-4D97-AF65-F5344CB8AC3E}">
        <p14:creationId xmlns:p14="http://schemas.microsoft.com/office/powerpoint/2010/main" val="381730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4E54D-1D1E-D46B-3D08-F9F2A6EB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 encoder(</a:t>
            </a:r>
            <a:r>
              <a:rPr lang="zh-CN" altLang="en-US" dirty="0"/>
              <a:t>自编码器）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7BBCC-12C4-BF29-A603-0738C6DA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基于反向传播算法与最优化，以输入数据</a:t>
            </a:r>
            <a:r>
              <a:rPr lang="en-US" altLang="zh-CN" dirty="0"/>
              <a:t>X</a:t>
            </a:r>
            <a:r>
              <a:rPr lang="zh-CN" altLang="en-US" dirty="0"/>
              <a:t>作为监督，通过神经网络得到一个映射关系，得到重构输出</a:t>
            </a:r>
            <a:r>
              <a:rPr lang="en-US" altLang="zh-CN" dirty="0"/>
              <a:t>X</a:t>
            </a:r>
            <a:r>
              <a:rPr lang="en-US" altLang="zh-CN" baseline="30000" dirty="0"/>
              <a:t>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编码器负责将高维数据</a:t>
            </a:r>
            <a:r>
              <a:rPr lang="en-US" altLang="zh-CN" dirty="0"/>
              <a:t>X</a:t>
            </a:r>
            <a:r>
              <a:rPr lang="zh-CN" altLang="en-US" dirty="0"/>
              <a:t>编码成低维隐变量</a:t>
            </a:r>
            <a:r>
              <a:rPr lang="en-US" altLang="zh-CN" dirty="0"/>
              <a:t>h</a:t>
            </a:r>
            <a:r>
              <a:rPr lang="zh-CN" altLang="en-US" dirty="0"/>
              <a:t>，让神经网络学习最有信息量的特征，解码器的作用是把</a:t>
            </a:r>
            <a:r>
              <a:rPr lang="en-US" altLang="zh-CN" dirty="0"/>
              <a:t>h</a:t>
            </a:r>
            <a:r>
              <a:rPr lang="zh-CN" altLang="en-US" dirty="0"/>
              <a:t>还原到初始维度。</a:t>
            </a:r>
            <a:r>
              <a:rPr lang="en-US" altLang="zh-CN" dirty="0"/>
              <a:t>X</a:t>
            </a:r>
            <a:r>
              <a:rPr lang="en-US" altLang="zh-CN" baseline="30000" dirty="0"/>
              <a:t>R</a:t>
            </a:r>
            <a:r>
              <a:rPr lang="zh-CN" altLang="en-US" dirty="0"/>
              <a:t>最好与</a:t>
            </a:r>
            <a:r>
              <a:rPr lang="en-US" altLang="zh-CN" dirty="0"/>
              <a:t>X</a:t>
            </a:r>
            <a:r>
              <a:rPr lang="zh-CN" altLang="en-US" dirty="0"/>
              <a:t>相等。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8915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14E61-8D64-0F1A-8D6B-0BE939DE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EA5B6A1-8961-128E-5871-025859709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4343" y="2060588"/>
            <a:ext cx="3838603" cy="9048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0C1D8E-116D-A86F-D481-61283C8F0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8" y="1362025"/>
            <a:ext cx="6162720" cy="46006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6615AF-6621-043A-6DB2-5DCF20B91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343" y="4144260"/>
            <a:ext cx="3371875" cy="60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3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4CC1B-7D76-EDC2-0944-79CEBC5E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D2A7990-4A73-2F60-309A-4BA2F5AF0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5218" y="1770399"/>
            <a:ext cx="3571901" cy="23050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300650-6D67-D336-B874-C01258F6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667000" cy="2667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6A1D77-1652-A21D-A0D2-FF8B705BE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573" y="1690688"/>
            <a:ext cx="2667000" cy="2667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2207633-E2C0-FC1E-94D8-56AE131F5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075" y="3833812"/>
            <a:ext cx="2667000" cy="2667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08C78F-F1E2-682C-A88E-EEF690D9A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950" y="3981056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99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422</Words>
  <Application>Microsoft Office PowerPoint</Application>
  <PresentationFormat>宽屏</PresentationFormat>
  <Paragraphs>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Depthwise separable convolution</vt:lpstr>
      <vt:lpstr>宽度与分辨率因子</vt:lpstr>
      <vt:lpstr>网络结构</vt:lpstr>
      <vt:lpstr>Auto encoder(自编码器）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2026-04-07T02:03:02Z</dcterms:created>
  <dcterms:modified xsi:type="dcterms:W3CDTF">2026-04-09T15:28:11Z</dcterms:modified>
</cp:coreProperties>
</file>