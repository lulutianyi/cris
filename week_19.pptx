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1FBB2-6CEA-818A-3617-2E8934CDD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709FA6-8073-35C7-D58F-D8FA9DF6D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6CFE51-9B2F-D250-C41E-419D155D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00A798-84AE-528D-96D5-248CC62A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396C22-05C2-8FA5-2190-1E853CEA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285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9F986-172E-EE1D-666D-0DCC4527C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CCC21A-03EF-31BC-B91D-383F3656F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76A11-76B2-6A2F-47C3-D002EC9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F40352-1A57-BFF6-909C-DCE183BF7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38948F-4163-AF6F-666F-E69826A3B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7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323120-3161-542A-23B4-B6D90DCC3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86131F-00B9-25C7-F235-FDB74143E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1B67B-BADC-C50B-4530-06C0883A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82BB3-3606-1DC5-A8BA-3DFFCEC4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3A80AD-1E96-A5E9-8B57-2E1E5B66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122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2C43F-5DF2-FEFC-3CCF-BDC9DD90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D4ADF-3414-4ED7-619B-E6DC645F5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A40615-8809-072A-2B8A-BAAAC6C0E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FC7626-4EEA-FF13-6A7A-A6EFEF49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C61591-0B0F-C7F2-52E0-B125CDDD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F254F3-E15F-1ED9-C02F-700DC6F3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969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B41FCC-37FF-5223-BAC9-F7631C9A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B78462-85C1-544D-0D7A-1E8444BF9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29D048-E586-83CA-74A4-6C8D29ED6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4018C7-705F-3AA7-DBFF-32181596DE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3D86A8-49C3-630B-82CC-0533BE2B7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6C3339-DD6E-6BDD-EF24-1B08B0AE3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0E8BF1-3500-AC5D-1F36-0044F28E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95854BB-FD35-CAA1-F3FD-AF59E4E9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400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FE0D1-B4D2-097B-F7AD-D13FF0F82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C20100-D49F-1A17-ED21-39540E451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80E441-68E3-0EC8-189C-9BD90931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3E2D8D-013D-8E47-E0F1-A250421D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82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08C670-B9FF-387E-9331-9A818BAC0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F4D138-7299-EC08-8D1B-18D4D7FE6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522EA3-7F7C-76E7-C0B0-85896729D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43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C9F79-40FE-ACA0-FF99-4293540E7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B32BAA-162E-FC11-F871-75FFADC72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6CF4F8-DFAB-A3D9-2C8C-7651AC11E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64060D-FAB0-AA9B-538C-33EBF3108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F45471-5F51-05D7-AD75-A3E45054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8E635-7919-43AE-F521-E1D6ADDD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84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F41EF-B23B-3C42-AE7E-26EBDC696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CBF965-9A97-EF2A-A3BB-B7AAC2215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2AC3B4-53DB-505E-E9FE-8EBECBD6B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AF6FE5-FC04-47D1-9C7E-67C4961B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BFC57B-F336-9B51-B407-700C577C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3E6775-4211-D8CA-E4AC-EF3FB9F4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97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1E38A-DE94-00F3-D465-1B15BFCB0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2B1DD6-34D8-F9DD-E88B-C41860CA7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C6DAD1-E0D3-A9C7-DD93-529CD7410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9DD437-385D-C1AF-85C3-250C9410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4B1BD0-A661-D409-D40A-F3443AAC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38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F0F480-A1CB-DE36-D464-0712EB55E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4E52E6-FDA0-B2CD-7D8F-7295CDA49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DEE21F-F10D-9E29-3D02-C4985DA7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03221-CE7F-F840-6B22-FD97BDF2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E65227-52F8-4F99-3C69-87837E810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62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450E0F-D0FE-4C4F-475F-0DC55733D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E893F8-D54D-902E-F850-C91126ADA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AFEEE3-4772-620F-9FA0-E31EAA3C7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3B20D-6115-4B9C-9371-A4114A455A77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90DF55-9C11-0E12-5519-230EA452F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11754B-971D-F01A-7A14-F42A4B008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7EA9D-FBCD-484C-9ECF-DC04F21AB2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3193-7CC5-C667-BC94-EA97CF67AE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E11AB5-8D46-ABD5-5926-741A836D9D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33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66CDF-F792-1FDF-67ED-E20E9372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E9DEA1-2718-BED9-5FC5-704A7AEF5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PuVAE式条件净化（FiLM conditioning）</a:t>
            </a:r>
          </a:p>
          <a:p>
            <a:r>
              <a:rPr lang="zh-CN" altLang="zh-CN" b="1" dirty="0"/>
              <a:t>动机</a:t>
            </a:r>
            <a:r>
              <a:rPr lang="zh-CN" altLang="zh-CN" dirty="0"/>
              <a:t>：D-Fire只有2类（fire/smoke），multi-label共4种组合，参考PuVAE"穷举所有类别组合、 挑最优"的思路，在32×32 attention层前插入FiLM条件调制（zero-init起步），用图像的 fire/smoke标签作为条件信号，训练AE按条件重建。</a:t>
            </a:r>
          </a:p>
          <a:p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118FBF9-4ABF-EAF6-741A-EA39BB5EB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849039"/>
              </p:ext>
            </p:extLst>
          </p:nvPr>
        </p:nvGraphicFramePr>
        <p:xfrm>
          <a:off x="1555750" y="4528873"/>
          <a:ext cx="8128000" cy="111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2852841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52011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Ae_only</a:t>
                      </a:r>
                      <a:r>
                        <a:rPr lang="en-US" altLang="zh-CN" dirty="0"/>
                        <a:t>  map50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62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Ae_attn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0.1814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89233"/>
                  </a:ext>
                </a:extLst>
              </a:tr>
              <a:tr h="374597">
                <a:tc>
                  <a:txBody>
                    <a:bodyPr/>
                    <a:lstStyle/>
                    <a:p>
                      <a:r>
                        <a:rPr lang="en-US" altLang="zh-CN" dirty="0"/>
                        <a:t>Cond(oracle</a:t>
                      </a:r>
                      <a:r>
                        <a:rPr lang="zh-CN" altLang="en-US" dirty="0"/>
                        <a:t>真实标签）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0.1406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472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912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DFF4A-FBFA-0897-13B5-A12BE565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更大规模的预训练Encoder-Decoder</a:t>
            </a:r>
            <a:br>
              <a:rPr lang="en-US" altLang="zh-CN" dirty="0"/>
            </a:br>
            <a:r>
              <a:rPr lang="zh-CN" altLang="zh-CN" dirty="0"/>
              <a:t>CompressAI Cheng2020Anchor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D9818A-84C7-15BA-781C-FAF1F3BE7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/>
              <a:t>为避免自建AE架构过小导致对比被质疑"压baseline"，替换为CVPR 2020发表的 CompressAI Cheng2020Anchor预训练backbone（g_a/g_s，参数量~16M，比自建AE大一个量级）， 在其输出端接自定义二值化头（32channel×8×8=2048bit，与原有latent保持iso-bit可比）。 两阶段训练（Phase1冻结backbone只训二值化头，Phase2解冻+极小学习率联合微调）。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C516BE-54B7-0EE0-9865-EFF1651E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737" y="3875003"/>
            <a:ext cx="5319713" cy="261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23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B5EDE-A9A3-AB00-ACBE-90501529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2533FB-AD22-1DF0-E219-B3451D83E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ae_large的两个代理指标（像素重建mse、检测特征det_loss） 均优于ae_attn，但最终mAP反而只有后者的约53%。</a:t>
            </a:r>
            <a:endParaRPr lang="en-US" altLang="zh-CN"/>
          </a:p>
          <a:p>
            <a:endParaRPr lang="en-US" altLang="zh-CN" dirty="0"/>
          </a:p>
          <a:p>
            <a:r>
              <a:rPr lang="zh-CN" altLang="zh-CN" dirty="0"/>
              <a:t>推测主因是CompressAI backbone下采样倍率 更高（16倍 vs 自建AE的8倍），latent空间分辨率从16×16降到8×8，牺牲了小目标（火/烟） 所需的空间定位精度，而更大的通道数/更强的每点表达能力无法弥补空间坐标信息的损失。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3988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638</Words>
  <Application>Microsoft Office PowerPoint</Application>
  <PresentationFormat>宽屏</PresentationFormat>
  <Paragraphs>12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更大规模的预训练Encoder-Decoder CompressAI Cheng2020Anchor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2</cp:revision>
  <dcterms:created xsi:type="dcterms:W3CDTF">2026-08-03T09:04:00Z</dcterms:created>
  <dcterms:modified xsi:type="dcterms:W3CDTF">2026-08-03T12:18:35Z</dcterms:modified>
</cp:coreProperties>
</file>