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8" d="100"/>
          <a:sy n="78" d="100"/>
        </p:scale>
        <p:origin x="197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07CF72-4D78-1DD7-5616-F8B3B2C10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1B4D0B1-AB43-F5EC-8161-708799A58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0E9FAF-43A5-0DD8-A8BA-64CCB8CA4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C8C9-4E2B-41F8-8A8B-726541980F7E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236BAF-2666-73AD-2EC0-C72BEC2BF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A73410-13C6-9938-B89C-37BBC52BF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361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F50677-BF20-4433-CF10-509F92A81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0032D9-3689-E438-12AB-C1AB498F3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5F21C9-1F76-E59B-B993-22CF48067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C8C9-4E2B-41F8-8A8B-726541980F7E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71AFA6-E198-1CC9-F357-CF3FBA4F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3BE56A-5C85-B831-BADE-EB41D568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929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FA2B24-FDA7-AF01-BDE5-4C440AEAE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B3E181-2ACA-4E87-FC69-FBD43658E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088D63-4852-B044-091C-4011B19F8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C8C9-4E2B-41F8-8A8B-726541980F7E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9A2F89-3B5B-602D-B180-CF93D7183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C08F86-886A-EC9B-BA98-09E9F61C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973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8F03D6-2564-8B39-1914-3A6055CE3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4CA73B-2514-80BE-53ED-03AE45EDF5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CFE0DD-6C9D-B180-F3B6-8C0EA3927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E0BCF9-416B-CEE4-759F-FA45A7593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C8C9-4E2B-41F8-8A8B-726541980F7E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E39FC0-220D-3811-4F74-A59E09641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51EA25-2448-E8AA-FBAE-F4CE469A0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996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4ADB6-3D82-118D-5840-7EAA512F0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354F77-8A31-5DD2-89A1-BFBA1C25A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870D6A-1D20-4E66-4923-127E21E2F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05710A3-ABD2-1F2F-1827-EF167D8C6F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4873F34-0F13-DCEA-E27B-2E16547D3E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91AA95-D1F2-8E47-AAAF-284164F8F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C8C9-4E2B-41F8-8A8B-726541980F7E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AF99B57-7E3E-B65D-6808-55C9426D0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F2D4FE6-A5A5-33C1-DCB1-78177A5FA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24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5477F5-8EC7-87F2-F1DD-6A28387E5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9B9F5B-4402-B879-C81F-077D33518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C8C9-4E2B-41F8-8A8B-726541980F7E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566866-7FC2-B21E-87F2-9A4C8E428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36D3E0F-71FA-527C-6D6B-8CE11583D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148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863785B-1D7F-FDA6-A258-684A858B3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C8C9-4E2B-41F8-8A8B-726541980F7E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7051DE-973A-A8C1-50E0-F74237E4B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80E3D2-368D-2133-5F4B-ECB3F87C3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091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016103-9FEF-749E-D18D-C25250FF0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6E3749-0F71-9F01-EE3C-995043105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177A59-3603-C29C-3A32-9DECC61C8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011297-F22D-6ABA-6D2A-D359ED7C4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C8C9-4E2B-41F8-8A8B-726541980F7E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C24582-0895-109E-FD23-4C1864759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071D09-C7DF-4161-50F1-C9DD27EE9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974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A763B-561D-16D5-E93C-662BDBCBE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382101C-793E-9759-382A-E22FFB13D7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39D8EA-778F-818F-F3E5-E1935C561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03A719-D69A-A03C-CC07-54205D4A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C8C9-4E2B-41F8-8A8B-726541980F7E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521E76-2D06-108B-284A-C19691F39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E18E3D-1DF9-92A5-57C4-8640AD601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021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4FD91D-6F72-030D-516B-C4B1580B8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517A2D-0EDA-0B50-4B4C-CD1D3AE13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2C81DB-E81C-C084-5A65-35918D0DC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C8C9-4E2B-41F8-8A8B-726541980F7E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B5DFD5-B4D8-68B0-F659-29004DDCD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879688-94D6-AD64-9983-DD2789D2A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677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550AE71-9042-912C-4803-9EA28FE7C7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9AAC2F-1531-EA9B-28E0-721BB1475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6D2673-2D83-9598-F2D5-5C49818F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C8C9-4E2B-41F8-8A8B-726541980F7E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7DB889-3E49-7911-CA33-B8ACD7F67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D4E949-998E-A8DC-588F-A8E802F34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590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E758133-AEB6-00A0-155F-A76C339F0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C90F6E-0258-FF76-5123-54514BD53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2EACAC-BC44-DB9A-1716-73574BE4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5C8C9-4E2B-41F8-8A8B-726541980F7E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E04F38-6868-0323-C32D-4748A4BC0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BE7C0C-A8AF-D6B1-B1FA-619966A53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58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3FC4A-5EB0-6A2D-473E-C83827D09F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BC28D5-201D-08F8-894D-9F3BCB5987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643F50-03F9-AFAF-9F89-FEAB7F74F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47" y="1457418"/>
            <a:ext cx="8633012" cy="359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894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F4EA3E-23A0-C8C3-4472-3E0A78355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9527AC6-8A54-E830-FAD9-13AE3B2E2A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8715" y="1825625"/>
            <a:ext cx="78945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18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1E567-A170-3B4E-103D-CA1D51170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EF1D4D-1DF8-D096-9E4F-EFC2FFFDD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97243" cy="4351338"/>
          </a:xfrm>
        </p:spPr>
        <p:txBody>
          <a:bodyPr>
            <a:normAutofit fontScale="92500" lnSpcReduction="10000"/>
          </a:bodyPr>
          <a:lstStyle/>
          <a:p>
            <a:r>
              <a:rPr lang="zh-CN" altLang="zh-CN" sz="1400" dirty="0"/>
              <a:t>[clean upper bound] </a:t>
            </a:r>
            <a:endParaRPr lang="en-US" altLang="zh-CN" sz="1400" dirty="0"/>
          </a:p>
          <a:p>
            <a:r>
              <a:rPr lang="zh-CN" altLang="zh-CN" sz="1400" dirty="0"/>
              <a:t>t*= 5 bit_acc=0.9994 </a:t>
            </a:r>
            <a:endParaRPr lang="en-US" altLang="zh-CN" sz="1400" dirty="0"/>
          </a:p>
          <a:p>
            <a:r>
              <a:rPr lang="zh-CN" altLang="zh-CN" sz="1400" dirty="0"/>
              <a:t>t*= 10 bit_acc=0.9984 </a:t>
            </a:r>
            <a:endParaRPr lang="en-US" altLang="zh-CN" sz="1400" dirty="0"/>
          </a:p>
          <a:p>
            <a:r>
              <a:rPr lang="zh-CN" altLang="zh-CN" sz="1400" dirty="0"/>
              <a:t>t*= 20 bit_acc=0.9945 </a:t>
            </a:r>
            <a:endParaRPr lang="en-US" altLang="zh-CN" sz="1400" dirty="0"/>
          </a:p>
          <a:p>
            <a:r>
              <a:rPr lang="zh-CN" altLang="zh-CN" sz="1400" dirty="0"/>
              <a:t>t*= 40 bit_acc=0.9808 </a:t>
            </a:r>
            <a:endParaRPr lang="en-US" altLang="zh-CN" sz="1400" dirty="0"/>
          </a:p>
          <a:p>
            <a:r>
              <a:rPr lang="zh-CN" altLang="zh-CN" sz="1400" dirty="0"/>
              <a:t>t*= 80 bit_acc=0.9395 </a:t>
            </a:r>
            <a:endParaRPr lang="en-US" altLang="zh-CN" sz="1400" dirty="0"/>
          </a:p>
          <a:p>
            <a:r>
              <a:rPr lang="zh-CN" altLang="zh-CN" sz="1400" dirty="0"/>
              <a:t>[flip=3% baseline=0.9698]</a:t>
            </a:r>
            <a:endParaRPr lang="en-US" altLang="zh-CN" sz="1400" dirty="0"/>
          </a:p>
          <a:p>
            <a:r>
              <a:rPr lang="zh-CN" altLang="zh-CN" sz="1400" dirty="0"/>
              <a:t> t*= 5 bit_acc=0.9914 delta=+0.0216 </a:t>
            </a:r>
            <a:endParaRPr lang="en-US" altLang="zh-CN" sz="1400" dirty="0"/>
          </a:p>
          <a:p>
            <a:r>
              <a:rPr lang="zh-CN" altLang="zh-CN" sz="1400" dirty="0"/>
              <a:t>t*= 10 bit_acc=0.9903 delta=+0.0205</a:t>
            </a:r>
            <a:endParaRPr lang="en-US" altLang="zh-CN" sz="1400" dirty="0"/>
          </a:p>
          <a:p>
            <a:r>
              <a:rPr lang="zh-CN" altLang="zh-CN" sz="1400" dirty="0"/>
              <a:t>t*= 20 bit_acc=0.9865 delta=+0.0167 </a:t>
            </a:r>
            <a:endParaRPr lang="en-US" altLang="zh-CN" sz="1400" dirty="0"/>
          </a:p>
          <a:p>
            <a:r>
              <a:rPr lang="zh-CN" altLang="zh-CN" sz="1400" dirty="0"/>
              <a:t>t*= 40 bit_acc=0.9737 delta=+0.0039 </a:t>
            </a:r>
            <a:endParaRPr lang="en-US" altLang="zh-CN" sz="1400" dirty="0"/>
          </a:p>
          <a:p>
            <a:r>
              <a:rPr lang="zh-CN" altLang="zh-CN" sz="1400" dirty="0"/>
              <a:t>t*= 80 bit_acc=0.9347 delta=-0.0351 </a:t>
            </a:r>
            <a:endParaRPr lang="en-US" altLang="zh-CN" sz="1400" dirty="0"/>
          </a:p>
          <a:p>
            <a:r>
              <a:rPr lang="zh-CN" altLang="zh-CN" sz="1400" dirty="0"/>
              <a:t>[flip=10% baseline=0.8994] t*= 5 bit_acc=0.9686 delta=+0.0692 t*= 10 bit_acc=0.9676 delta=+0.0681 t*= 20 bit_acc=0.9648 delta=+0.0653 t*= 40 bit_acc=0.9552 delta=+0.0558 t*= 80 bit_acc=0.9216 delta=+0.0222 [flip=20% baseline=0.8001] t*= 5 bit_acc=0.9281 delta=+0.1280 t*= 10 bit_acc=0.9269 delta=+0.1268 t*= 20 bit_acc=0.9251 delta=+0.1250 t*= 40 bit_acc=0.9191 delta=+0.1190 t*= 80 bit_acc=0.8948 delta=+0.0947 [flip=30% baseline=0.6988] t*= 5 bit_acc=0.8798 delta=+0.1810 t*= 10 bit_acc=0.8787 delta=+0.1799 t*= 20 bit_acc=0.8778 delta=+0.1789 t*= 40 bit_acc=0.8736 delta=+0.1748 t*= 80 bit_acc=0.8600 delta=+0.1612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43985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911F63-1061-F925-B7FE-242C9E42E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5A1130-7D1A-742F-95CC-92E8FF68B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zh-CN" sz="1700" dirty="0"/>
              <a:t>这个batch里的框数量: 3</a:t>
            </a:r>
          </a:p>
          <a:p>
            <a:r>
              <a:rPr lang="zh-CN" altLang="zh-CN" sz="1700" dirty="0"/>
              <a:t>Class     Images  Instances      Box(P          R      mAP50  mAP50-95): 100% ━━━━━━━━━━━━ 2/2 2.1it/s 1.0s</a:t>
            </a:r>
          </a:p>
          <a:p>
            <a:r>
              <a:rPr lang="zh-CN" altLang="zh-CN" sz="1700" dirty="0"/>
              <a:t>                   all         23         12       0.86      0.381      0.533      0.258</a:t>
            </a:r>
          </a:p>
          <a:p>
            <a:r>
              <a:rPr lang="zh-CN" altLang="zh-CN" sz="1700" dirty="0"/>
              <a:t>Class     Images  Instances      Box(P          R      mAP50  mAP50-95): 100% ━━━━━━━━━━━━ 2/2 4.9it/s 0.4s</a:t>
            </a:r>
          </a:p>
          <a:p>
            <a:r>
              <a:rPr lang="zh-CN" altLang="zh-CN" sz="1700" dirty="0"/>
              <a:t>                   all         23         12     0.0302      0.143     0.0137    0.00409</a:t>
            </a:r>
          </a:p>
          <a:p>
            <a:r>
              <a:rPr lang="zh-CN" altLang="zh-CN" sz="1700" dirty="0"/>
              <a:t>adv         mAP50=0.0137  mAP50-95=0.0041</a:t>
            </a:r>
          </a:p>
          <a:p>
            <a:r>
              <a:rPr lang="zh-CN" altLang="zh-CN" sz="1700" dirty="0"/>
              <a:t>purified    mAP50=0.1178  mAP50-95=0.0412</a:t>
            </a:r>
          </a:p>
          <a:p>
            <a:r>
              <a:rPr lang="en-US" altLang="zh-CN" sz="2100" dirty="0"/>
              <a:t>Pilot</a:t>
            </a:r>
            <a:r>
              <a:rPr lang="zh-CN" altLang="en-US" sz="2100" dirty="0"/>
              <a:t>实验记录：</a:t>
            </a:r>
          </a:p>
          <a:p>
            <a:r>
              <a:rPr lang="en-US" altLang="zh-CN" sz="2100" dirty="0"/>
              <a:t>- batch: 16</a:t>
            </a:r>
            <a:r>
              <a:rPr lang="zh-CN" altLang="en-US" sz="2100" dirty="0"/>
              <a:t>张图（</a:t>
            </a:r>
            <a:r>
              <a:rPr lang="en-US" altLang="zh-CN" sz="2100" dirty="0"/>
              <a:t>9</a:t>
            </a:r>
            <a:r>
              <a:rPr lang="zh-CN" altLang="en-US" sz="2100" dirty="0"/>
              <a:t>个真实框实例）</a:t>
            </a:r>
          </a:p>
          <a:p>
            <a:r>
              <a:rPr lang="en-US" altLang="zh-CN" sz="2100" dirty="0"/>
              <a:t>- eps=8/255, alpha=2/255, steps=10, </a:t>
            </a:r>
            <a:r>
              <a:rPr lang="en-US" altLang="zh-CN" sz="2100" dirty="0" err="1"/>
              <a:t>t_star</a:t>
            </a:r>
            <a:r>
              <a:rPr lang="en-US" altLang="zh-CN" sz="2100" dirty="0"/>
              <a:t>=40</a:t>
            </a:r>
          </a:p>
          <a:p>
            <a:r>
              <a:rPr lang="en-US" altLang="zh-CN" sz="2100" dirty="0"/>
              <a:t>- clean  mAP50=0.7301  mAP50-95=0.3622</a:t>
            </a:r>
          </a:p>
          <a:p>
            <a:r>
              <a:rPr lang="en-US" altLang="zh-CN" sz="2100" dirty="0"/>
              <a:t>- adv    mAP50=0.0243  mAP50-95=0.0069</a:t>
            </a:r>
          </a:p>
          <a:p>
            <a:r>
              <a:rPr lang="en-US" altLang="zh-CN" sz="2100" dirty="0"/>
              <a:t>- purified mAP50=0.2229 mAP50-95=0.0858</a:t>
            </a:r>
            <a:endParaRPr lang="zh-CN" altLang="en-US" sz="2100" dirty="0"/>
          </a:p>
        </p:txBody>
      </p:sp>
    </p:spTree>
    <p:extLst>
      <p:ext uri="{BB962C8B-B14F-4D97-AF65-F5344CB8AC3E}">
        <p14:creationId xmlns:p14="http://schemas.microsoft.com/office/powerpoint/2010/main" val="2840356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48958-3A59-6588-0815-DEEA2D258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466E80-B3F0-B9F4-F4CB-EA9BFCF81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1800" dirty="0"/>
              <a:t>这个batch里的框数量: 9</a:t>
            </a:r>
          </a:p>
          <a:p>
            <a:r>
              <a:rPr lang="zh-CN" altLang="zh-CN" sz="1800" b="1" dirty="0"/>
              <a:t>val: </a:t>
            </a:r>
            <a:r>
              <a:rPr lang="zh-CN" altLang="zh-CN" sz="1800" dirty="0"/>
              <a:t>New cache created: /content/eval_clean/labels.cache</a:t>
            </a:r>
          </a:p>
          <a:p>
            <a:r>
              <a:rPr lang="zh-CN" altLang="zh-CN" sz="1800" dirty="0"/>
              <a:t>                 Class     Images  Instances      Box(P          R      mAP50  mAP50-95): 100% ━━━━━━━━━━━━ 4/4 2.7it/s 1.5s</a:t>
            </a:r>
          </a:p>
          <a:p>
            <a:r>
              <a:rPr lang="zh-CN" altLang="zh-CN" sz="1800" dirty="0"/>
              <a:t>                   all         62         69      0.554      0.551      0.528      0.306</a:t>
            </a:r>
          </a:p>
          <a:p>
            <a:r>
              <a:rPr lang="zh-CN" altLang="zh-CN" sz="1800" dirty="0"/>
              <a:t>adv         mAP50=0.0201  mAP50-95=0.0066</a:t>
            </a:r>
          </a:p>
          <a:p>
            <a:r>
              <a:rPr lang="zh-CN" altLang="zh-CN" sz="1800" dirty="0"/>
              <a:t>purified    mAP50=0.0588  mAP50-95=0.0173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953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5BFE98-CAF5-EFDF-50D4-C77FE463B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288EFB-9A5D-3988-9FEC-1031436FE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1900" dirty="0"/>
              <a:t>这个batch里的框数量: 14</a:t>
            </a:r>
          </a:p>
          <a:p>
            <a:r>
              <a:rPr lang="zh-CN" altLang="zh-CN" sz="1900" b="1" dirty="0"/>
              <a:t>val: </a:t>
            </a:r>
            <a:r>
              <a:rPr lang="zh-CN" altLang="zh-CN" sz="1900" dirty="0"/>
              <a:t>Scanning /content/eval_clean/labels... 31 images, 18 backgrounds, 0 corrupt: 100% ━━━━━━━━━━━━ 31/31 2.3Kit/s 0.0s</a:t>
            </a:r>
          </a:p>
          <a:p>
            <a:r>
              <a:rPr lang="zh-CN" altLang="zh-CN" sz="1900" b="1" dirty="0"/>
              <a:t>val: </a:t>
            </a:r>
            <a:r>
              <a:rPr lang="zh-CN" altLang="zh-CN" sz="1900" dirty="0"/>
              <a:t>New cache created: /content/eval_clean/labels.cache</a:t>
            </a:r>
          </a:p>
          <a:p>
            <a:r>
              <a:rPr lang="zh-CN" altLang="zh-CN" sz="1900" dirty="0"/>
              <a:t>                 Class     Images  Instances      Box(P          R      mAP50  mAP50-95): 100% ━━━━━━━━━━━━ 2/2 2.1it/s 1.0s</a:t>
            </a:r>
          </a:p>
          <a:p>
            <a:r>
              <a:rPr lang="zh-CN" altLang="zh-CN" sz="1900" dirty="0"/>
              <a:t>                   all         31         26      0.492      0.484      0.478      0.251</a:t>
            </a:r>
          </a:p>
          <a:p>
            <a:r>
              <a:rPr lang="zh-CN" altLang="zh-CN" sz="1900" dirty="0"/>
              <a:t>adv         mAP50=0.0124  mAP50-95=0.0043</a:t>
            </a:r>
          </a:p>
          <a:p>
            <a:r>
              <a:rPr lang="zh-CN" altLang="zh-CN" sz="1900" dirty="0"/>
              <a:t>purified    mAP50=0.0712  mAP50-95=0.0297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456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812</Words>
  <Application>Microsoft Office PowerPoint</Application>
  <PresentationFormat>宽屏</PresentationFormat>
  <Paragraphs>39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2</cp:revision>
  <dcterms:created xsi:type="dcterms:W3CDTF">2026-07-09T07:49:23Z</dcterms:created>
  <dcterms:modified xsi:type="dcterms:W3CDTF">2026-07-10T13:27:56Z</dcterms:modified>
</cp:coreProperties>
</file>