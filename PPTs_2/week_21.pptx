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7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D9367-B9C8-86C6-839E-A6F8026C1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0262D2-563B-216C-D305-074B747B1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CAD2BB-2992-E5D8-15C8-9D7319786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F7BE-9C28-4843-AA3B-BBAE2A40C50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3F2DBF-7CF7-C027-FAAC-6BE2BD2B3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BF968B-F576-BC45-8091-1C594CAD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495C-C2CF-4D12-81D0-DFC44994C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55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FDA4F-B234-3B7F-C25D-6C99A4B22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C294A5-E917-E11D-41B4-6EFA7C4DA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2606D-F5A6-FCBA-B6AD-AB45D03A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F7BE-9C28-4843-AA3B-BBAE2A40C50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0283B2-DDB3-A0ED-B5DC-93562B3FC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780D0B-7068-5FEE-C7A9-1781F836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495C-C2CF-4D12-81D0-DFC44994C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91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AB3EAA-B619-26BD-D0D9-94DDBE4CD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17D039-AC6F-3AF9-13B9-74424FDAF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B5F3C-94FC-3912-E2DE-AE7D7562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F7BE-9C28-4843-AA3B-BBAE2A40C50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0B4650-898D-0048-C536-27FCEFB2F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E16E8-9C3D-B381-2736-44B29F08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495C-C2CF-4D12-81D0-DFC44994C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48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F64581-2430-2D0B-26F7-7C7BE529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099E6D-94A2-1132-E731-D575217CB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390E7F-054A-0D2D-95DC-D84C44E36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0489E0-D98F-32A7-B058-9E99B22A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F7BE-9C28-4843-AA3B-BBAE2A40C50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90259D-3FA3-69AF-974E-58EEE9ABB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CC4F75-2D16-B0F7-7FF1-1224AF37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495C-C2CF-4D12-81D0-DFC44994C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909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81280-76DF-55F3-2ECD-D851C4BA0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9A0522-B739-802A-F1CD-DCD4BCE0B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A1A0DC-45E6-7EE9-C008-8D72B8169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0E11F2-6C26-F753-67C2-422EEA982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822AF5-9642-5B91-6B5B-F9C3786E1F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E58223-A29F-B9B6-647D-9C3029449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F7BE-9C28-4843-AA3B-BBAE2A40C50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0EBDD7-DE24-8AE1-F9F7-4A296D69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7CDBC3-FBBE-8B27-7003-FEEE5BEB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495C-C2CF-4D12-81D0-DFC44994C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844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E7BE4-994F-C573-6872-90FD16C2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29C611-B2B9-A0B7-C194-1E47C5A2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F7BE-9C28-4843-AA3B-BBAE2A40C50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40F57D-4A5D-C431-478D-105349CDE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B1F365-FFED-4491-2B20-C1D38E5E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495C-C2CF-4D12-81D0-DFC44994C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771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21D3E7-82E7-5758-B1A9-9D43D1FE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F7BE-9C28-4843-AA3B-BBAE2A40C50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7ED762-E64D-FD00-3CA2-B65DCF0EC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5E93F0-64C3-6CA6-566B-829599FE3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495C-C2CF-4D12-81D0-DFC44994C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716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4144F-62F4-5ADA-BF91-258A24D4B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707ED3-6870-0D1C-D43D-9D1E5B1C8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1C19DD-6DF3-AA8E-C54A-F002509C0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FF7E68-A5A9-530F-6723-3BA2BD394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F7BE-9C28-4843-AA3B-BBAE2A40C50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FAEB31-7141-A23E-04B6-BC82847B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9F177-83C7-6AC3-2A38-E72D6FF3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495C-C2CF-4D12-81D0-DFC44994C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47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81431-EC35-42D5-8236-84A77A42F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5F262B2-000D-C60A-9BAB-A6C345309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F2807E-17AC-377D-59AD-52D32E60D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0DFE46-DF99-DD34-FE7C-449C0EDE4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F7BE-9C28-4843-AA3B-BBAE2A40C50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2EC824-4FDF-AF7B-3913-01900F97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BAFCEB-5F9D-1507-3A59-A0416D3F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495C-C2CF-4D12-81D0-DFC44994C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39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77DAF-449D-969E-7EEC-2B47A923E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A9D7F4-E133-480D-7782-2A0E58E67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8A9328-9782-EBAE-C9A3-D1B164EA2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F7BE-9C28-4843-AA3B-BBAE2A40C50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FFFF54-4D8C-BCE1-1981-8161DF8A5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DD61FF-D341-1C5A-87CF-33D3E9104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495C-C2CF-4D12-81D0-DFC44994C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50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D4F47BF-D661-D13D-51E8-495088A30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CEEC21-E103-DA89-BDC7-42A68F2D8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2015A0-DC8A-528F-1BC2-ED66047F7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F7BE-9C28-4843-AA3B-BBAE2A40C50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4C0DCF-B492-D91A-D571-8638453CD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3E8FFB-4508-FAB4-B8C8-D94623E0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495C-C2CF-4D12-81D0-DFC44994C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965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4EA9BE-6C77-A8E7-6C6F-0189CB606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A0BE12-F78E-AE45-81BE-458B5F2CF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D0F609-1CA4-42D3-7D1B-3048CF28D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9F7BE-9C28-4843-AA3B-BBAE2A40C50B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1D81A2-8765-DF79-105F-C6C1C4E039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4ADDD7-8FF6-B9F4-E669-3B2C7235F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3495C-C2CF-4D12-81D0-DFC44994C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25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27A2E-6299-594D-4BB6-47E2D51D5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5E3015-3BA5-DD9D-25D1-0F2BEF31F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863C6A-A74A-89AD-0112-6B227E61E4C5}"/>
              </a:ext>
            </a:extLst>
          </p:cNvPr>
          <p:cNvSpPr txBox="1"/>
          <p:nvPr/>
        </p:nvSpPr>
        <p:spPr>
          <a:xfrm>
            <a:off x="1473200" y="939800"/>
            <a:ext cx="9194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自动识别层级结构，</a:t>
            </a:r>
            <a:r>
              <a:rPr lang="zh-CN" altLang="zh-CN" sz="2400" dirty="0"/>
              <a:t>靠扫描Downsample/Upsample出现的位置自动切分层级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把消融实验变成一行配置，并且标准化</a:t>
            </a:r>
            <a:r>
              <a:rPr lang="en-US" altLang="zh-CN" sz="2400" dirty="0" err="1"/>
              <a:t>mAP</a:t>
            </a:r>
            <a:r>
              <a:rPr lang="zh-CN" altLang="en-US" sz="2400" dirty="0"/>
              <a:t>接口评估。</a:t>
            </a:r>
          </a:p>
        </p:txBody>
      </p:sp>
    </p:spTree>
    <p:extLst>
      <p:ext uri="{BB962C8B-B14F-4D97-AF65-F5344CB8AC3E}">
        <p14:creationId xmlns:p14="http://schemas.microsoft.com/office/powerpoint/2010/main" val="2656739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F946F-6394-69B6-FCFB-D5FA14CA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新的</a:t>
            </a:r>
            <a:r>
              <a:rPr lang="en-US" altLang="zh-CN" dirty="0"/>
              <a:t>GCN</a:t>
            </a:r>
            <a:r>
              <a:rPr lang="zh-CN" altLang="en-US" dirty="0"/>
              <a:t>训练的</a:t>
            </a:r>
            <a:r>
              <a:rPr lang="en-US" altLang="zh-CN" dirty="0"/>
              <a:t>bit</a:t>
            </a:r>
            <a:r>
              <a:rPr lang="zh-CN" altLang="en-US" dirty="0"/>
              <a:t>准确率结果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9C7572E-CB5F-2FB7-2255-86EE946F6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715" y="1825625"/>
            <a:ext cx="78945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16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0AED0-1F82-7D17-8C16-9CF2545E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10FE4E-BEB6-F600-7DB9-72367F7A8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[clean] map50=0.2120 map=0.0873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[attacked fr=10%] map50=0.1300 map=0.0511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[purified fr=10% t*=10] map50=0.1516 map=0.0590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[purified fr=10% t*=40] map50=0.1281 map=0.0491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r>
              <a:rPr lang="zh-CN" altLang="zh-CN" b="1" dirty="0"/>
              <a:t>在bit层面,t*=40净化确实把更多比特纠对了;但在mAP层面</a:t>
            </a:r>
            <a:r>
              <a:rPr lang="zh-CN" altLang="en-US" b="1" dirty="0"/>
              <a:t>，</a:t>
            </a:r>
            <a:r>
              <a:rPr lang="zh-CN" altLang="zh-CN" b="1" dirty="0"/>
              <a:t>净化本身引入的其他扰动反而把mAP拉低了</a:t>
            </a:r>
            <a:r>
              <a:rPr lang="zh-CN" altLang="zh-CN" dirty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7772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473CF-5D40-E695-B069-3FE0D34D0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B2E65-1A0F-0F36-1EF7-BAAB800CC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=== GCN vs baseline 对比 === </a:t>
            </a:r>
            <a:endParaRPr lang="en-US" altLang="zh-CN" sz="2400" dirty="0"/>
          </a:p>
          <a:p>
            <a:r>
              <a:rPr lang="zh-CN" altLang="zh-CN" sz="2400" dirty="0"/>
              <a:t>clean baseline map50=0.1679 GCN map50=0.2120 Δ=+0.0441 </a:t>
            </a:r>
            <a:endParaRPr lang="en-US" altLang="zh-CN" sz="2400" dirty="0"/>
          </a:p>
          <a:p>
            <a:r>
              <a:rPr lang="zh-CN" altLang="zh-CN" sz="2400" dirty="0"/>
              <a:t>attacked_fr0.1 baseline map50=0.0728 GCN map50=0.1300 Δ=+0.0572 </a:t>
            </a:r>
            <a:endParaRPr lang="en-US" altLang="zh-CN" sz="2400" dirty="0"/>
          </a:p>
          <a:p>
            <a:r>
              <a:rPr lang="zh-CN" altLang="zh-CN" sz="2400" dirty="0"/>
              <a:t>purified_fr0.1_t10 baseline map50=0.0950 GCN map50=0.1516 Δ=+0.0566 </a:t>
            </a:r>
            <a:endParaRPr lang="en-US" altLang="zh-CN" sz="2400" dirty="0"/>
          </a:p>
          <a:p>
            <a:r>
              <a:rPr lang="zh-CN" altLang="zh-CN" sz="2400" dirty="0"/>
              <a:t>purified_fr0.1_t40 baseline map50=0.0725 GCN map50=0.1281 Δ=+0.0556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98544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536</Words>
  <Application>Microsoft Office PowerPoint</Application>
  <PresentationFormat>宽屏</PresentationFormat>
  <Paragraphs>15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新的GCN训练的bit准确率结果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1</cp:revision>
  <dcterms:created xsi:type="dcterms:W3CDTF">2026-08-17T09:08:01Z</dcterms:created>
  <dcterms:modified xsi:type="dcterms:W3CDTF">2026-08-17T12:15:09Z</dcterms:modified>
</cp:coreProperties>
</file>