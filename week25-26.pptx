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63F8F-853A-6486-B1E6-CFA85A6C4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F4FD1E-2941-F4FE-5B33-D77C8AB2D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F219F-1533-9702-44C8-8CB129FD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8E87F-B90A-C6D7-DBD9-DF944158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1DC142-27C2-CB35-3E01-1E40C870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74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674CF-0A64-086D-0490-8C2CD1CB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355EB0-8412-549E-91F3-287BC6924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048D77-C06D-91AC-80D8-1012C6CE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8B2172-6B9F-52EA-934F-3A96546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D4CBD-B4F1-5829-E3B3-E399A7A0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78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3C104-2365-6AA0-4D9C-1741DD2C2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D4C40-13FF-CFFD-7842-53632DCE6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7ED480-B09E-F23E-6CA7-A7D39087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9333B3-A07B-2B1E-3417-A9CF6857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17EEDC-0E70-AE2D-13C4-76BCE80C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13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3BB72-9022-58BC-A273-0C6A9F05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50DAD1-E1AC-DBA2-08B9-8295D8E11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3C0C8E-D242-4A1F-0A5A-0E059943D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DC2DFB-785E-C8E2-787E-3E3DE01B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3A8A53-86FF-D24E-7594-C2054752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7C741A-EBB9-F0D1-AD1C-DA6C49EC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01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E195C-337F-42DE-FCEE-4A7559D90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53501C-6688-CCFF-8EE0-CFDC71794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4658B-B6CE-AAF7-FBAA-44E5AE20C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436FE1-2CFC-BB4E-33D0-7E5C218F4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C12C5F-16EC-D4D2-10CA-FE279FC53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EC5FF3-2538-FAD2-20A6-3C28A1FD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E4CB6A-F33A-EF84-8B76-3A312CA3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062B83-8417-6D6D-C510-71A770FB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87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7CB60-81BA-E43F-18E5-4EF0A33A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6220FA-D312-7D05-0F0B-CC6F33E5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A25068-6AA7-C44D-911D-279E962B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DF94ED-BD7A-E4AA-8E23-CE0FB87C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628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3A666B-FCCE-0F36-FC66-1F6ABF13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D10152-89C4-A811-C9F9-4564073DB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643390-A76E-EFFC-1007-0667E674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54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74082-84B6-BD38-F102-4ACA1A747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1DBAFE-7414-5EEF-AE3C-0EF393B34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13D8CC-0A4C-E1B0-C071-A12F52CA2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E95BCF-A039-A64E-4C39-D411B648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90840A-2F83-EDBF-8BE6-EF218CA4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F7B424-5345-52CE-B2F4-0EEAD69B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56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5F3EC-9F2D-4FCA-3EED-81E34DE8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39EB71-9495-69D4-04E9-65F57C7AB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992D4E-138C-1319-B339-AF186F44A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16608E-765C-AF29-DE3E-E37B74F3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760390-D880-F6AB-75A7-F437F538D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D4BEC0-AA53-FC37-9894-8CDB818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76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F7B21-A37C-1C1F-5224-6774174C1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128F6B-E335-589F-4FE0-620E4DF1D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E8B236-5785-55BE-53F3-1ADB889B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0A5271-A92A-747C-9ABA-6E0E0D85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8F6FD3-6519-8411-9505-B54C4325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428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0C82F9-E73D-E45D-1216-9640DA63A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81C68E-81B8-A596-4EB2-320C1D1CD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72548C-F232-F823-373E-E6BBC98EA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11878A-C11E-6DB2-9B94-7EF0DBB3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FAA5B1-C2F8-CD51-C39E-8621A2BAE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86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3112C2-627D-DED2-2C5C-60B9A664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4278D7-51EC-91D9-666E-16295B40B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CF89C4-04EB-8A14-197A-5F71D9B85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8158D-1440-40B9-9F6A-7CDE5D5CFC6D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FE368A-DF77-DDCA-44DD-B607BCAC6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35BC5-D260-43E7-13AB-C7D2DAE97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3E1-CBDD-409F-A7E9-C6CC33206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24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8F8B14-AE2B-83FE-A6D5-D8B4BEA4C2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79A52E-3861-098F-ADD3-541C85D44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BAB2FD-CA9F-AC09-4206-92BC61BE0FCB}"/>
              </a:ext>
            </a:extLst>
          </p:cNvPr>
          <p:cNvSpPr txBox="1"/>
          <p:nvPr/>
        </p:nvSpPr>
        <p:spPr>
          <a:xfrm>
            <a:off x="1230086" y="615043"/>
            <a:ext cx="8175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使用同一份共享PGD图、相同检测器和评测流程。4306张完成重建，排除4张标签异常图片后，4302张参与mAP统计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9566B1E-0004-2B54-0110-06DEC8054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36966"/>
              </p:ext>
            </p:extLst>
          </p:nvPr>
        </p:nvGraphicFramePr>
        <p:xfrm>
          <a:off x="838200" y="1498283"/>
          <a:ext cx="105156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350932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107763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759912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262683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模型设置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clean重建 mAP50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adv重建 mAP50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恢复率50 / 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27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Learned-v2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64.5% / 60.3%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743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Robust-v3对应的old_only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0.3967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0.3918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68.0% / 64.4%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303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扩容后开启64层新增通道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0.3924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68.1% / 64.5%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640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23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043C0-F5FE-4F51-1848-57CEAF03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定位重建损失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BF35B7-057D-0645-E69F-BF7E49EFB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dirty="0"/>
              <a:t>128分辨率有损失，但编码、量化和解码过程还带来更大的额外损失。</a:t>
            </a:r>
            <a:endParaRPr lang="zh-CN" altLang="en-US" sz="2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119F172-5AB4-88B6-B1CC-BB75AD8904D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8971176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352031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09931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处理方式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421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原始干净图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0.5758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0.2929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269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仅分辨率往返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0.5182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0.2627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662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v3编码解码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0.3967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0.1915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830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24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5ABA4-006E-2D3F-D08A-E9A3B85A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2935D9-C48D-D101-9CD2-9E89EE53C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000" b="1" dirty="0"/>
              <a:t>尝试仅微调base decoder</a:t>
            </a:r>
          </a:p>
          <a:p>
            <a:r>
              <a:rPr lang="zh-CN" altLang="zh-CN" sz="2000" dirty="0"/>
              <a:t>新增独立训练入口gcn_decoder_only.py：</a:t>
            </a:r>
          </a:p>
          <a:p>
            <a:pPr lvl="0"/>
            <a:r>
              <a:rPr lang="zh-CN" altLang="zh-CN" sz="2000" dirty="0"/>
              <a:t>从原始3072-bit Robust-v3初始化；</a:t>
            </a:r>
          </a:p>
          <a:p>
            <a:pPr lvl="0"/>
            <a:r>
              <a:rPr lang="zh-CN" altLang="zh-CN" sz="2000" dirty="0"/>
              <a:t>冻结encoder、GCN、skip quantizer和YOLO；</a:t>
            </a:r>
          </a:p>
          <a:p>
            <a:pPr lvl="0"/>
            <a:r>
              <a:rPr lang="zh-CN" altLang="zh-CN" sz="2000" dirty="0"/>
              <a:t>仅更新约176万base decoder参数；</a:t>
            </a:r>
          </a:p>
          <a:p>
            <a:pPr lvl="0"/>
            <a:r>
              <a:rPr lang="zh-CN" altLang="zh-CN" sz="2000" dirty="0"/>
              <a:t>两轮，每轮500 batch，batch size=2；</a:t>
            </a:r>
          </a:p>
          <a:p>
            <a:pPr lvl="0"/>
            <a:r>
              <a:rPr lang="zh-CN" altLang="zh-CN" sz="2000" dirty="0"/>
              <a:t>留出512张训练图，不用于本次微调；</a:t>
            </a:r>
          </a:p>
          <a:p>
            <a:pPr lvl="0"/>
            <a:r>
              <a:rPr lang="zh-CN" altLang="zh-CN" sz="2000" dirty="0"/>
              <a:t>每轮验证被冻结的模型参数没有改变。</a:t>
            </a:r>
          </a:p>
          <a:p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E4930F0-B8CE-C3F5-0CFE-C3953FB92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8417"/>
              </p:ext>
            </p:extLst>
          </p:nvPr>
        </p:nvGraphicFramePr>
        <p:xfrm>
          <a:off x="838200" y="5029835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797628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09106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设置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9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原v3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68.0%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430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decoder-only epoch1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66.7%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450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decoder-only epoch2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66.9%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626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105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558</Words>
  <Application>Microsoft Office PowerPoint</Application>
  <PresentationFormat>宽屏</PresentationFormat>
  <Paragraphs>47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定位重建损失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1</cp:revision>
  <dcterms:created xsi:type="dcterms:W3CDTF">2026-09-28T06:16:41Z</dcterms:created>
  <dcterms:modified xsi:type="dcterms:W3CDTF">2026-09-28T12:23:32Z</dcterms:modified>
</cp:coreProperties>
</file>