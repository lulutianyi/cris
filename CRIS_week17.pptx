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9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878CD-E618-6D00-09B0-E897D335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7C2C26-77E3-2E2C-641C-8D97857C4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A83E04-B347-3163-E129-784555C4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3A5A0-9BEB-8A45-41AD-3D3473C5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137F0-CA20-2981-FFD5-D1D1C20F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24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D2049-323B-DBAF-5E59-D067C4AE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9269F-8614-A757-C4DC-E1E7F56E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7C172-4F07-3D0D-9483-EDA18D29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28FCF-7DA5-5316-45FD-6F211419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B2F03-B3C9-D7B6-4575-A0CE8529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41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66FD7-9CC3-8288-FBC5-97B1DBDB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246F44-BC0E-3D96-0B1C-E8F915D5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CE39D-A7D9-87A8-2E02-90A19EEE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FF917-29FE-F348-D493-8FB54CB1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E8FDC-16EB-994F-0C2E-A98F2955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3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EBB12-7052-9EC9-A741-685C56EA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51CC4-349A-D6DB-3A35-433DF2F7A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A881CD-3D0D-4876-7E8C-A740BDBC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50424-3C68-A710-2A77-C67427F9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05174-F6B0-2B8B-092C-2512CFE7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2237BD-2C18-9CF1-A8A7-CCD3EA7E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31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FB407-DB22-B183-E194-4D5B188D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35AA6C-6242-DFA4-2AF7-05261F0D8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433D4E-2054-687E-787D-5C7859AB3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61EAC9-9491-356E-DFAB-CBF3554E9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CFFF11-6073-46DE-64C2-8D5E6C5B4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BB0A3C-C4A2-631E-9F5C-A5CC5C9B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CCDA51-F296-2959-785B-770B4892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070DF9-1285-16FC-AD63-637261A5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0B04C-2A54-D846-87E2-9CD263EB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CA4332-E53C-AD8C-5145-3C703C13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0A3F66-BE85-67FB-8A02-D646CD7A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2F5295-A283-24F3-AF9A-803DAD99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50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E432EC-8E86-6769-8719-28205299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E14B5B-8CA7-9502-9D4E-6F27EDB0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D085B-C3F4-D604-35A3-AEA9BE24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8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EB7F1-A607-8276-447F-ECB3D68D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7DF16-BEB3-48DA-877E-B8907131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FC254C-60C4-93A8-3734-BD9B4CD3A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8BF7F-8BE5-C50A-417D-E588D284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02724A-D7C0-00EB-A1C8-0A14D7F2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060A14-407D-9A25-C7E1-8DCDAA2B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95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95CE4-B603-9683-1171-3C7FF1A2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D5AA4A-3F65-E13A-6554-4917C18D8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742BA-F611-990B-6125-F8AC151D2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D0F0E6-BE2F-3433-C199-20AFD726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10D7A-9997-71FE-8280-1BFD5431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D37E2-D621-189F-F7A8-C1380113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71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37064-E853-D2E6-30CC-1D4EFD85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997092-0523-486A-97EA-42E6AF1D9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39FD78-C73D-79B4-D79D-D23DEB14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49BA0-93B8-8DAD-8AF7-16CA33A6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F69DE-4FBF-E49A-40A7-70254960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97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B796FD-02C5-7E3B-F6E2-1BD519516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CE43B8-6326-A180-E790-08783AC52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8B48F4-9FF7-CAAE-82BA-379A15BE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2D8F1-8117-F2E6-1A20-B75FDF7D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280D2-6645-1224-4A5B-29FA268F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6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5FEDD9-9502-4C3B-4BC2-9D2DD5E9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2CB7A-EC3D-7139-952D-A2BFCCCE9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7BAA7-6075-1A25-FDFF-4BD48803D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E232B-FD1D-4FAF-800B-0BAB41BC040D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35F56-1960-8430-149D-4BF58C842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54322-878F-5203-96DE-CCC2F57E2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43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731F4-2234-1CFF-4FBE-E6F01F09C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39AF13-B4B8-E617-7A86-6E65896C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22363"/>
            <a:ext cx="8664658" cy="14810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D94DEF-8CFF-C302-7BBF-C699981D75A0}"/>
              </a:ext>
            </a:extLst>
          </p:cNvPr>
          <p:cNvSpPr txBox="1"/>
          <p:nvPr/>
        </p:nvSpPr>
        <p:spPr>
          <a:xfrm>
            <a:off x="1524000" y="3818965"/>
            <a:ext cx="4735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、添加热启动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、降低</a:t>
            </a:r>
            <a:r>
              <a:rPr lang="en-US" altLang="zh-CN" dirty="0" err="1"/>
              <a:t>lambda_det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、学习率降低到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CD7A46-A375-5E40-F366-1D79DF395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992969"/>
            <a:ext cx="8678105" cy="148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AC3FB-D314-5423-9386-84673C43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8385A-7B26-C381-C3D0-3D91DEB5E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从零训练</a:t>
            </a:r>
            <a:r>
              <a:rPr lang="en-US" altLang="zh-CN" dirty="0"/>
              <a:t>+</a:t>
            </a:r>
            <a:r>
              <a:rPr lang="zh-CN" altLang="en-US" dirty="0"/>
              <a:t>大权重</a:t>
            </a:r>
            <a:r>
              <a:rPr lang="en-US" altLang="zh-CN" dirty="0" err="1"/>
              <a:t>det_loss</a:t>
            </a:r>
            <a:r>
              <a:rPr lang="zh-CN" altLang="en-US" dirty="0"/>
              <a:t>会直接把训练方向带偏，必须用热启动</a:t>
            </a:r>
            <a:r>
              <a:rPr lang="en-US" altLang="zh-CN" dirty="0"/>
              <a:t>+</a:t>
            </a:r>
            <a:r>
              <a:rPr lang="zh-CN" altLang="en-US" dirty="0"/>
              <a:t>小权重</a:t>
            </a:r>
            <a:r>
              <a:rPr lang="en-US" altLang="zh-CN" dirty="0"/>
              <a:t>+</a:t>
            </a:r>
            <a:r>
              <a:rPr lang="zh-CN" altLang="en-US" dirty="0"/>
              <a:t>小学习率的组合才能让两个目标（重建质量、检测语义）同时被优化而不互相拖累。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ae_taskaware_finetuned.pt</a:t>
            </a:r>
            <a:r>
              <a:rPr lang="zh-CN" altLang="en-US" dirty="0"/>
              <a:t>接入完整</a:t>
            </a:r>
            <a:r>
              <a:rPr lang="en-US" altLang="zh-CN" dirty="0"/>
              <a:t>pipeline</a:t>
            </a:r>
            <a:r>
              <a:rPr lang="zh-CN" altLang="en-US" dirty="0"/>
              <a:t>确认净化回复比例：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Precision: 0.128-0.225    recall: 0.232-0.190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E682CF-DD70-8D6B-E634-742F0904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29" y="3830286"/>
            <a:ext cx="9675159" cy="164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D61B9-9953-D545-5674-9197A839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使用这次的</a:t>
            </a:r>
            <a:r>
              <a:rPr lang="en-US" altLang="zh-CN" sz="2400" dirty="0"/>
              <a:t>autoencoder</a:t>
            </a:r>
            <a:r>
              <a:rPr lang="zh-CN" altLang="en-US" sz="2400" dirty="0"/>
              <a:t>，重新训练</a:t>
            </a:r>
            <a:r>
              <a:rPr lang="en-US" altLang="zh-CN" sz="2400" dirty="0"/>
              <a:t>diff</a:t>
            </a:r>
            <a:r>
              <a:rPr lang="zh-CN" altLang="en-US" sz="2400" dirty="0"/>
              <a:t>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8C889-5437-CC7A-6118-D7781AD35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C35ED9-350E-F0C1-B21B-0ED7DDCC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554135" cy="159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6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8A92-A9B1-C875-B8F5-16B1957E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</a:t>
            </a:r>
            <a:r>
              <a:rPr lang="en-US" altLang="zh-CN" dirty="0"/>
              <a:t>self-attention</a:t>
            </a:r>
            <a:r>
              <a:rPr lang="zh-CN" altLang="en-US" dirty="0"/>
              <a:t>的研究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7C9AF2-2FED-93A2-57D3-5775B1052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6489"/>
            <a:ext cx="10515600" cy="17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6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101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使用这次的autoencoder，重新训练diff模型</vt:lpstr>
      <vt:lpstr>添加self-attention的研究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1</cp:revision>
  <dcterms:created xsi:type="dcterms:W3CDTF">2026-07-18T03:49:08Z</dcterms:created>
  <dcterms:modified xsi:type="dcterms:W3CDTF">2026-07-18T07:10:04Z</dcterms:modified>
</cp:coreProperties>
</file>