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611E9-B61E-4BE1-1B34-410496330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B54782-3BFE-4F37-3E8E-981389074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784CFD-306B-CAAC-7520-0289222B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0F171-9FDA-27D7-791D-79833A05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81A04D-36E5-5282-A2FE-112086C5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5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9B782-BBBC-AC2D-DFE4-6DCB4AA8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EE718-E562-3D1F-5235-AB7E2277F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360A3-182D-B0A6-9422-F8C092A6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7679E9-FE67-6A60-C174-35C8614EE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31C95E-0FAB-BB09-1591-671D25A4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4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F496-CCB8-BCA5-9DB5-1C928C2C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6890FB-DBEB-13E4-B11C-E46724F54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01376-A776-6C6F-D12D-ACA45E9E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E2252-6F11-6AB3-8B7B-6DCD27F5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BC5A84-4E9C-BDC7-C970-5CC6149A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7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41363-2CA4-E068-D4E4-7B1B2523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0C1DA-D4ED-799C-2418-4D893268E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A9DC29-BBDB-A71F-9C61-01430EF6A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88714A-DECE-CA44-98CD-3F1C75FB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570EFE-7A18-D09D-7697-9B7EA99A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106D3E-458B-79BB-6CC1-15EC5C3B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02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F834B-2A34-4C10-17E3-7D6FB107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4A58A9-4316-82E3-3BE2-AF7DE2B97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7D1A64-0751-B1A6-B011-68CBE3F0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7D3D19-9FFC-9E3D-FA3A-AC221F56A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3B95AD-24DB-FED8-083D-40D268B5A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61BB8D-E8A2-E9E2-C074-19733CCB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19C4B7-D835-EA0A-CB2D-291431FD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EA8ADB-A7AF-8987-F321-06B32E8B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26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0C3B5-937F-F8A8-5206-76484BD2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8B8700-5AB4-D94B-46FE-88CF0FA6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881093-3584-707D-C819-4C8C2757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24CABC-8C2A-AA33-6C1C-B6CE464E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49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2263BE-3F5E-A768-1432-1F701FE62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F61307-EBFF-0A0E-60D1-54589451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365363-448D-992B-F1A6-F62D7A8E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1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A8117-F376-07AD-DBE8-A649D47A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40D60-F1A3-835D-A036-78BC65F30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4113BB-7882-4A87-E117-22D2905EE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55D1A3-0AB4-E283-6C97-4070907B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0CD0D-9735-1804-68CE-ACE9F9EF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1A3AA3-1FBA-0557-D896-63941373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01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C1679-C4EF-AA0B-9318-A8BB783B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E4BF5B-52D0-41D2-E7DB-9F47F36E9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0027DC-11F2-DB9D-0D6A-73082753F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CFC58-C523-0CA3-A691-3F1A9B70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94CCB-D5B4-69AC-AF41-3FEAA815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5CEC24-1424-264C-7219-0764375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99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A6DB3-C326-A002-D9CA-10792625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6825CC-1C78-6F35-209E-007C274F2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85183-FCE6-AD7A-D297-0524916A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FF046-9808-CE82-37E7-98546E7B5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87721-0688-D4B3-6FBD-4F7BEC4D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9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AF07C3-A48A-2575-04B4-7CEB03F99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0DF18A-1346-2C7E-3134-E73907600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87AD2-37AC-3E02-A6E6-E25C4601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C62D0F-26CA-1D7E-BC6F-A44F10558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1FBD9-A271-1EF4-F5E6-DBD2EA02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16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146342-339D-449C-67A6-38E901D7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1C5E40-E625-EB33-18F6-6417B4385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9EE08-1E8C-618E-B44B-57D05EFCD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55D0-5CDA-472E-83FA-05B3FCEEEA7F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948B3B-9B51-B84E-7958-4FFC2DF78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9EDD68-53F1-63EB-E0CF-2111AE47B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B429A-158E-4AA4-8C61-E47559F842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36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7551B-B223-83E7-3673-334329BAB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图像数据增强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84F6EE-E276-2E60-350F-98417476E9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用程度较小的几何变换或色彩变换调整原生图片，增加训练集的多样性，与</a:t>
            </a:r>
            <a:r>
              <a:rPr lang="en-US" altLang="zh-CN" dirty="0"/>
              <a:t>GAN</a:t>
            </a:r>
            <a:r>
              <a:rPr lang="zh-CN" altLang="en-US" dirty="0"/>
              <a:t>或扩散模型生成的图像数据相对。</a:t>
            </a:r>
          </a:p>
        </p:txBody>
      </p:sp>
    </p:spTree>
    <p:extLst>
      <p:ext uri="{BB962C8B-B14F-4D97-AF65-F5344CB8AC3E}">
        <p14:creationId xmlns:p14="http://schemas.microsoft.com/office/powerpoint/2010/main" val="9646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EF543-95E5-4DD2-260D-A5BB5634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几何数据增强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7D4638-E6BB-33BF-54B7-DFD32322B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368" y="1622425"/>
            <a:ext cx="4461910" cy="43513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4AB6AAE-FB25-D207-6D74-7599765DC5AC}"/>
              </a:ext>
            </a:extLst>
          </p:cNvPr>
          <p:cNvSpPr txBox="1"/>
          <p:nvPr/>
        </p:nvSpPr>
        <p:spPr>
          <a:xfrm>
            <a:off x="6564923" y="1899138"/>
            <a:ext cx="416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旋转、平移、错切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朝向、大小、颜色分布等图像性质不影响物体的本质，训练模型对抗过拟合，提高模型鲁棒性</a:t>
            </a:r>
          </a:p>
        </p:txBody>
      </p:sp>
    </p:spTree>
    <p:extLst>
      <p:ext uri="{BB962C8B-B14F-4D97-AF65-F5344CB8AC3E}">
        <p14:creationId xmlns:p14="http://schemas.microsoft.com/office/powerpoint/2010/main" val="239567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75178-0ACC-B827-EB63-BA5CDB85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非几何数据增强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87E1AAA-D8D1-F456-5AEA-6A343A12F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1856" y="1991641"/>
            <a:ext cx="5840474" cy="37066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364750-0578-25A2-C9B4-F53BFB6617FA}"/>
              </a:ext>
            </a:extLst>
          </p:cNvPr>
          <p:cNvSpPr txBox="1"/>
          <p:nvPr/>
        </p:nvSpPr>
        <p:spPr>
          <a:xfrm>
            <a:off x="820615" y="2485292"/>
            <a:ext cx="27666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侧重于图像的视觉外观而不是几何形状</a:t>
            </a:r>
            <a:endParaRPr lang="en-US" altLang="zh-CN" dirty="0"/>
          </a:p>
          <a:p>
            <a:r>
              <a:rPr lang="zh-CN" altLang="en-US" dirty="0"/>
              <a:t>翻转、裁剪、注入噪声、扰动</a:t>
            </a:r>
            <a:endParaRPr lang="en-US" altLang="zh-CN" dirty="0"/>
          </a:p>
          <a:p>
            <a:r>
              <a:rPr lang="zh-CN" altLang="en-US" dirty="0"/>
              <a:t>随机擦除、捉迷藏、网络掩码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提高模型在图像质量差、传感器故障等情境下识别图像的能力，加强模型的非线性判断能力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663871-5464-F8EB-ACC7-38E76AF18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661986"/>
            <a:ext cx="6172200" cy="43148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F48950-4DD5-4757-480C-2DDB2C5BE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373" y="313674"/>
            <a:ext cx="6218459" cy="62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A9E95-3646-A75A-EDCD-38477A05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HSV</a:t>
            </a:r>
            <a:r>
              <a:rPr lang="zh-CN" altLang="en-US" dirty="0"/>
              <a:t>颜色空间扩增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22840-D6C4-6AB5-2A07-6DEE97ABF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Hue</a:t>
            </a:r>
            <a:r>
              <a:rPr lang="zh-CN" altLang="en-US" dirty="0"/>
              <a:t>（调整色调、色相）、</a:t>
            </a:r>
            <a:r>
              <a:rPr lang="en-US" altLang="zh-CN" dirty="0"/>
              <a:t>Saturation</a:t>
            </a:r>
            <a:r>
              <a:rPr lang="zh-CN" altLang="en-US" dirty="0"/>
              <a:t>（调整饱和度、色彩纯净度）和 </a:t>
            </a:r>
            <a:r>
              <a:rPr lang="en-US" altLang="zh-CN" dirty="0"/>
              <a:t>Value</a:t>
            </a:r>
            <a:r>
              <a:rPr lang="zh-CN" altLang="en-US" dirty="0"/>
              <a:t>（调整明度）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9C0B50-AAE7-1FF5-9BB9-B3DD73490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649" y="2351942"/>
            <a:ext cx="4010025" cy="2857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4F465C-7723-BF75-BCCB-A3E2185E9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28" y="3540290"/>
            <a:ext cx="6478220" cy="242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90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554F9-4BAE-14F2-9411-1C775679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1170E-366B-D297-5289-242D432E8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VQ-VAE: </a:t>
            </a:r>
            <a:r>
              <a:rPr lang="zh-CN" altLang="en-US" dirty="0"/>
              <a:t>高压缩率情况下，图像在中高频谱上复原成度较差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FA-VAE</a:t>
            </a:r>
            <a:r>
              <a:rPr lang="zh-CN" altLang="en-US" dirty="0"/>
              <a:t>：在解码器层中添加频率补充模块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新的损失函数：谱损失（</a:t>
            </a:r>
            <a:r>
              <a:rPr lang="en-US" altLang="zh-CN" dirty="0"/>
              <a:t>SL</a:t>
            </a:r>
            <a:r>
              <a:rPr lang="zh-CN" altLang="en-US" dirty="0"/>
              <a:t>）和动态谱损失（</a:t>
            </a:r>
            <a:r>
              <a:rPr lang="en-US" altLang="zh-CN" dirty="0"/>
              <a:t>DSL</a:t>
            </a:r>
            <a:r>
              <a:rPr lang="zh-CN" altLang="en-US"/>
              <a:t>），用于处理不同解码器阶段中频率的重要性差异。</a:t>
            </a:r>
          </a:p>
        </p:txBody>
      </p:sp>
    </p:spTree>
    <p:extLst>
      <p:ext uri="{BB962C8B-B14F-4D97-AF65-F5344CB8AC3E}">
        <p14:creationId xmlns:p14="http://schemas.microsoft.com/office/powerpoint/2010/main" val="200782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62BB9-275C-9244-B683-9524EEEE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B86F8D-BFA3-2C3D-A256-4A57BE4FC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2299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谱损失</a:t>
            </a:r>
            <a:r>
              <a:rPr lang="en-US" altLang="zh-CN" sz="2400" dirty="0"/>
              <a:t>SL</a:t>
            </a:r>
            <a:r>
              <a:rPr lang="zh-CN" altLang="en-US" sz="2400" dirty="0"/>
              <a:t>被用于指导</a:t>
            </a:r>
            <a:r>
              <a:rPr lang="en-US" altLang="zh-CN" sz="2400" dirty="0"/>
              <a:t>FCM</a:t>
            </a:r>
            <a:r>
              <a:rPr lang="zh-CN" altLang="en-US" sz="2400" dirty="0"/>
              <a:t>的输出与编码器在频谱上的激活对齐。而</a:t>
            </a:r>
            <a:r>
              <a:rPr lang="en-US" altLang="zh-CN" sz="2400" dirty="0"/>
              <a:t>DSL</a:t>
            </a:r>
            <a:r>
              <a:rPr lang="zh-CN" altLang="en-US" sz="2400" dirty="0"/>
              <a:t>拥有自适应调整高频谱权重的能力。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单纯的</a:t>
            </a:r>
            <a:r>
              <a:rPr lang="en-US" altLang="zh-CN" sz="2400" dirty="0"/>
              <a:t>SL</a:t>
            </a:r>
            <a:r>
              <a:rPr lang="zh-CN" altLang="en-US" sz="2400" dirty="0"/>
              <a:t>架构会在解码器的输出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上留下棋盘格形状的阴影（第四列）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第五列引入</a:t>
            </a:r>
            <a:r>
              <a:rPr lang="en-US" altLang="zh-CN" sz="2400" dirty="0"/>
              <a:t>DSL</a:t>
            </a:r>
            <a:r>
              <a:rPr lang="zh-CN" altLang="en-US" sz="2400" dirty="0"/>
              <a:t>的</a:t>
            </a:r>
            <a:r>
              <a:rPr lang="en-US" altLang="zh-CN" sz="2400" dirty="0"/>
              <a:t>FA-VAE</a:t>
            </a:r>
            <a:r>
              <a:rPr lang="zh-CN" altLang="en-US" sz="2400" dirty="0"/>
              <a:t>没有出现棋盘状的阴影，而且在嘴部和头发纹理等部分的重构更加准确。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608E9F-70C2-34B0-2C25-E1B5BBFE9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688" y="2776513"/>
            <a:ext cx="2847996" cy="34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1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275</Words>
  <Application>Microsoft Office PowerPoint</Application>
  <PresentationFormat>宽屏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图像数据增强</vt:lpstr>
      <vt:lpstr>几何数据增强</vt:lpstr>
      <vt:lpstr>非几何数据增强</vt:lpstr>
      <vt:lpstr>HSV颜色空间扩增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2026-04-22T03:40:25Z</dcterms:created>
  <dcterms:modified xsi:type="dcterms:W3CDTF">2026-04-23T08:03:02Z</dcterms:modified>
</cp:coreProperties>
</file>